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6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8676" y="77724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/mnt/user-data/uploads/LiveStock_Mgt/mobile-app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0428" y="1078992"/>
            <a:ext cx="768096" cy="7680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51460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 REPORT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0" y="352044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Reporting for Management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A9D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COW CO., LTD.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CC REPORT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visibility shouldn’t require opening a laptop.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F4F3F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860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907792"/>
            <a:ext cx="109728" cy="109728"/>
          </a:xfrm>
          <a:prstGeom prst="ellipse">
            <a:avLst/>
          </a:prstGeom>
          <a:solidFill>
            <a:srgbClr val="6E6B6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7889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someone to export a report from the web app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3867912"/>
            <a:ext cx="109728" cy="109728"/>
          </a:xfrm>
          <a:prstGeom prst="ellipse">
            <a:avLst/>
          </a:prstGeom>
          <a:solidFill>
            <a:srgbClr val="6E6B66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7490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already a day or two old by the time they’re shared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4828032"/>
            <a:ext cx="109728" cy="109728"/>
          </a:xfrm>
          <a:prstGeom prst="ellipse">
            <a:avLst/>
          </a:prstGeom>
          <a:solidFill>
            <a:srgbClr val="6E6B66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7091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quick way to check numbers away from a desk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E4F3EA"/>
          </a:solidFill>
          <a:ln w="12700">
            <a:solidFill>
              <a:srgbClr val="BFE0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2860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8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CC REPORT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37960" y="2907792"/>
            <a:ext cx="109728" cy="109728"/>
          </a:xfrm>
          <a:prstGeom prst="ellipse">
            <a:avLst/>
          </a:prstGeom>
          <a:solidFill>
            <a:srgbClr val="118F45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7889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figures, straight from the same ERP operations staff use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37960" y="3867912"/>
            <a:ext cx="109728" cy="109728"/>
          </a:xfrm>
          <a:prstGeom prst="ellipse">
            <a:avLst/>
          </a:prstGeom>
          <a:solidFill>
            <a:srgbClr val="118F45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37490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tap, secured by a personal PIN — no password to remember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37960" y="4828032"/>
            <a:ext cx="109728" cy="109728"/>
          </a:xfrm>
          <a:prstGeom prst="ellipse">
            <a:avLst/>
          </a:prstGeom>
          <a:solidFill>
            <a:srgbClr val="118F45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47091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same numbers a colleague sees on the web dashboard, right now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REPORT · Cam Cow Co., Ltd.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Signing In, Securely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PIN replaces the username-and-password screen entirely.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777240" cy="777240"/>
          </a:xfrm>
          <a:prstGeom prst="ellipse">
            <a:avLst/>
          </a:prstGeom>
          <a:solidFill>
            <a:srgbClr val="E4F3EA"/>
          </a:solidFill>
          <a:ln/>
        </p:spPr>
      </p:sp>
      <p:pic>
        <p:nvPicPr>
          <p:cNvPr id="5" name="Image 0" descr="/tmp/ccdeck/icons/key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228965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0848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PIN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691640" y="2450592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to you by your system administrator — no username or password to type.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777240" cy="777240"/>
          </a:xfrm>
          <a:prstGeom prst="ellipse">
            <a:avLst/>
          </a:prstGeom>
          <a:solidFill>
            <a:srgbClr val="118F45"/>
          </a:solidFill>
          <a:ln/>
        </p:spPr>
      </p:sp>
      <p:pic>
        <p:nvPicPr>
          <p:cNvPr id="9" name="Image 1" descr="/tmp/ccdeck/icon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8" y="3615538"/>
            <a:ext cx="404165" cy="4041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34107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the right way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691640" y="3776472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are never kept as plain text — the server only ever stores a one-way cryptographic hash.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754880"/>
            <a:ext cx="777240" cy="777240"/>
          </a:xfrm>
          <a:prstGeom prst="ellipse">
            <a:avLst/>
          </a:prstGeom>
          <a:solidFill>
            <a:srgbClr val="118F45"/>
          </a:solidFill>
          <a:ln/>
        </p:spPr>
      </p:sp>
      <p:pic>
        <p:nvPicPr>
          <p:cNvPr id="13" name="Image 2" descr="/tmp/ccdeck/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4941418"/>
            <a:ext cx="404165" cy="4041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7365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out guessing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691640" y="5102352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incorrect attempts trigger a cooling-off period before another try is allowed.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REPORT · Cam Cow Co., Ltd.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screen after sign-in answers “how are we doing right now” in one look.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01568" cy="1737360"/>
          </a:xfrm>
          <a:prstGeom prst="roundRect">
            <a:avLst>
              <a:gd name="adj" fmla="val 5263"/>
            </a:avLst>
          </a:prstGeom>
          <a:solidFill>
            <a:srgbClr val="E4F3EA"/>
          </a:solidFill>
          <a:ln w="12700">
            <a:solidFill>
              <a:srgbClr val="BFE0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tmp/ccdeck/icons/users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3042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62072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herd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182112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count, plus how many have sold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06240" y="1965960"/>
            <a:ext cx="3401568" cy="1737360"/>
          </a:xfrm>
          <a:prstGeom prst="roundRect">
            <a:avLst>
              <a:gd name="adj" fmla="val 5263"/>
            </a:avLst>
          </a:prstGeom>
          <a:solidFill>
            <a:srgbClr val="E4F3EA"/>
          </a:solidFill>
          <a:ln w="12700">
            <a:solidFill>
              <a:srgbClr val="BFE0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tmp/ccdeck/icons/dollar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3042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2862072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&amp; margin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34840" y="3182112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less expenses, as a percentage too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863840" y="1965960"/>
            <a:ext cx="3401568" cy="1737360"/>
          </a:xfrm>
          <a:prstGeom prst="roundRect">
            <a:avLst>
              <a:gd name="adj" fmla="val 5263"/>
            </a:avLst>
          </a:prstGeom>
          <a:solidFill>
            <a:srgbClr val="E4F3EA"/>
          </a:solidFill>
          <a:ln w="12700">
            <a:solidFill>
              <a:srgbClr val="BFE0C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92440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tmp/ccdeck/icons/trending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23042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2440" y="2862072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 vs. last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092440" y="3182112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trend with an up or down indicator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401568" cy="1737360"/>
          </a:xfrm>
          <a:prstGeom prst="roundRect">
            <a:avLst>
              <a:gd name="adj" fmla="val 5263"/>
            </a:avLst>
          </a:prstGeom>
          <a:solidFill>
            <a:srgbClr val="E4F3EA"/>
          </a:solidFill>
          <a:ln w="12700">
            <a:solidFill>
              <a:srgbClr val="BFE0C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tmp/ccdeck/icons/barchart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3159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73752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weight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5193792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active herd, updated live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06240" y="3977640"/>
            <a:ext cx="3401568" cy="1737360"/>
          </a:xfrm>
          <a:prstGeom prst="roundRect">
            <a:avLst>
              <a:gd name="adj" fmla="val 5263"/>
            </a:avLst>
          </a:prstGeom>
          <a:solidFill>
            <a:srgbClr val="E4F3EA"/>
          </a:solidFill>
          <a:ln w="12700">
            <a:solidFill>
              <a:srgbClr val="BFE0C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34840" y="42062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tmp/ccdeck/icons/activity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568" y="431596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34840" y="4873752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rate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434840" y="5193792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automatically whenever above zero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863840" y="3977640"/>
            <a:ext cx="3401568" cy="1737360"/>
          </a:xfrm>
          <a:prstGeom prst="roundRect">
            <a:avLst>
              <a:gd name="adj" fmla="val 5263"/>
            </a:avLst>
          </a:prstGeom>
          <a:solidFill>
            <a:srgbClr val="E4F3EA"/>
          </a:solidFill>
          <a:ln w="12700">
            <a:solidFill>
              <a:srgbClr val="BFE0C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092440" y="42062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/tmp/ccdeck/icons/home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168" y="431596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092440" y="4873752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Farm-by-farm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092440" y="5193792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Head, batches, and net profit per location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REPORT · Cam Cow Co., Ltd.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Report for Every Question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focused reports, reachable in two taps from anywhere in the app.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51176" cy="1965960"/>
          </a:xfrm>
          <a:prstGeom prst="roundRect">
            <a:avLst>
              <a:gd name="adj" fmla="val 4651"/>
            </a:avLst>
          </a:prstGeom>
          <a:solidFill>
            <a:srgbClr val="FAFAF8"/>
          </a:solidFill>
          <a:ln w="12700">
            <a:solidFill>
              <a:srgbClr val="EDEB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4188" y="2194560"/>
            <a:ext cx="640080" cy="640080"/>
          </a:xfrm>
          <a:prstGeom prst="ellipse">
            <a:avLst/>
          </a:prstGeom>
          <a:solidFill>
            <a:srgbClr val="E4F3EA"/>
          </a:solidFill>
          <a:ln/>
        </p:spPr>
      </p:sp>
      <p:pic>
        <p:nvPicPr>
          <p:cNvPr id="6" name="Image 0" descr="/tmp/ccdeck/icons/users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204" y="23225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7180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Herd overview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342900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health, breed, farm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19272" y="1965960"/>
            <a:ext cx="2551176" cy="1965960"/>
          </a:xfrm>
          <a:prstGeom prst="roundRect">
            <a:avLst>
              <a:gd name="adj" fmla="val 4651"/>
            </a:avLst>
          </a:prstGeom>
          <a:solidFill>
            <a:srgbClr val="FAFAF8"/>
          </a:solidFill>
          <a:ln w="12700">
            <a:solidFill>
              <a:srgbClr val="EDEB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74820" y="2194560"/>
            <a:ext cx="640080" cy="640080"/>
          </a:xfrm>
          <a:prstGeom prst="ellipse">
            <a:avLst/>
          </a:prstGeom>
          <a:solidFill>
            <a:srgbClr val="E4F3EA"/>
          </a:solidFill>
          <a:ln/>
        </p:spPr>
      </p:sp>
      <p:pic>
        <p:nvPicPr>
          <p:cNvPr id="11" name="Image 1" descr="/tmp/ccdeck/icons/dollar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836" y="232257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6432" y="297180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56432" y="342900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expenses, sales ledger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89904" y="1965960"/>
            <a:ext cx="2551176" cy="1965960"/>
          </a:xfrm>
          <a:prstGeom prst="roundRect">
            <a:avLst>
              <a:gd name="adj" fmla="val 4651"/>
            </a:avLst>
          </a:prstGeom>
          <a:solidFill>
            <a:srgbClr val="FAFAF8"/>
          </a:solidFill>
          <a:ln w="12700">
            <a:solidFill>
              <a:srgbClr val="EDEB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45452" y="2194560"/>
            <a:ext cx="640080" cy="640080"/>
          </a:xfrm>
          <a:prstGeom prst="ellipse">
            <a:avLst/>
          </a:prstGeom>
          <a:solidFill>
            <a:srgbClr val="E4F3EA"/>
          </a:solidFill>
          <a:ln/>
        </p:spPr>
      </p:sp>
      <p:pic>
        <p:nvPicPr>
          <p:cNvPr id="16" name="Image 2" descr="/tmp/ccdeck/icons/bell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468" y="232257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27064" y="297180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27064" y="342900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selling prep, feed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860536" y="1965960"/>
            <a:ext cx="2551176" cy="1965960"/>
          </a:xfrm>
          <a:prstGeom prst="roundRect">
            <a:avLst>
              <a:gd name="adj" fmla="val 4651"/>
            </a:avLst>
          </a:prstGeom>
          <a:solidFill>
            <a:srgbClr val="FAFAF8"/>
          </a:solidFill>
          <a:ln w="12700">
            <a:solidFill>
              <a:srgbClr val="EDEB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816084" y="2194560"/>
            <a:ext cx="640080" cy="640080"/>
          </a:xfrm>
          <a:prstGeom prst="ellipse">
            <a:avLst/>
          </a:prstGeom>
          <a:solidFill>
            <a:srgbClr val="E4F3EA"/>
          </a:solidFill>
          <a:ln/>
        </p:spPr>
      </p:sp>
      <p:pic>
        <p:nvPicPr>
          <p:cNvPr id="21" name="Image 3" descr="/tmp/ccdeck/icons/home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0" y="232257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97696" y="297180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comparison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997696" y="342900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profit, ranked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4206240"/>
            <a:ext cx="2551176" cy="1965960"/>
          </a:xfrm>
          <a:prstGeom prst="roundRect">
            <a:avLst>
              <a:gd name="adj" fmla="val 4651"/>
            </a:avLst>
          </a:prstGeom>
          <a:solidFill>
            <a:srgbClr val="FAFAF8"/>
          </a:solidFill>
          <a:ln w="12700">
            <a:solidFill>
              <a:srgbClr val="EDEBE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504188" y="4434840"/>
            <a:ext cx="640080" cy="640080"/>
          </a:xfrm>
          <a:prstGeom prst="ellipse">
            <a:avLst/>
          </a:prstGeom>
          <a:solidFill>
            <a:srgbClr val="E4F3EA"/>
          </a:solidFill>
          <a:ln/>
        </p:spPr>
      </p:sp>
      <p:pic>
        <p:nvPicPr>
          <p:cNvPr id="26" name="Image 4" descr="/tmp/ccdeck/icons/trending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2204" y="456285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" y="521208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trends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85800" y="56692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daily weight gain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19272" y="4206240"/>
            <a:ext cx="2551176" cy="1965960"/>
          </a:xfrm>
          <a:prstGeom prst="roundRect">
            <a:avLst>
              <a:gd name="adj" fmla="val 4651"/>
            </a:avLst>
          </a:prstGeom>
          <a:solidFill>
            <a:srgbClr val="FAFAF8"/>
          </a:solidFill>
          <a:ln w="12700">
            <a:solidFill>
              <a:srgbClr val="EDEBE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274820" y="4434840"/>
            <a:ext cx="640080" cy="640080"/>
          </a:xfrm>
          <a:prstGeom prst="ellipse">
            <a:avLst/>
          </a:prstGeom>
          <a:solidFill>
            <a:srgbClr val="E4F3EA"/>
          </a:solidFill>
          <a:ln/>
        </p:spPr>
      </p:sp>
      <p:pic>
        <p:nvPicPr>
          <p:cNvPr id="31" name="Image 5" descr="/tmp/ccdeck/icons/barchart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2836" y="4562856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56432" y="521208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reporting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456432" y="56692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farm &amp; period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089904" y="4206240"/>
            <a:ext cx="2551176" cy="1965960"/>
          </a:xfrm>
          <a:prstGeom prst="roundRect">
            <a:avLst>
              <a:gd name="adj" fmla="val 4651"/>
            </a:avLst>
          </a:prstGeom>
          <a:solidFill>
            <a:srgbClr val="FAFAF8"/>
          </a:solidFill>
          <a:ln w="12700">
            <a:solidFill>
              <a:srgbClr val="EDEBE6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045452" y="4434840"/>
            <a:ext cx="640080" cy="640080"/>
          </a:xfrm>
          <a:prstGeom prst="ellipse">
            <a:avLst/>
          </a:prstGeom>
          <a:solidFill>
            <a:srgbClr val="E4F3EA"/>
          </a:solidFill>
          <a:ln/>
        </p:spPr>
      </p:sp>
      <p:pic>
        <p:nvPicPr>
          <p:cNvPr id="36" name="Image 6" descr="/tmp/ccdeck/icons/activity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3468" y="4562856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27064" y="521208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veterinary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227064" y="56692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care activity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8860536" y="4206240"/>
            <a:ext cx="2551176" cy="1965960"/>
          </a:xfrm>
          <a:prstGeom prst="roundRect">
            <a:avLst>
              <a:gd name="adj" fmla="val 4651"/>
            </a:avLst>
          </a:prstGeom>
          <a:solidFill>
            <a:srgbClr val="FAFAF8"/>
          </a:solidFill>
          <a:ln w="12700">
            <a:solidFill>
              <a:srgbClr val="EDEBE6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816084" y="4434840"/>
            <a:ext cx="640080" cy="640080"/>
          </a:xfrm>
          <a:prstGeom prst="ellipse">
            <a:avLst/>
          </a:prstGeom>
          <a:solidFill>
            <a:srgbClr val="E4F3EA"/>
          </a:solidFill>
          <a:ln/>
        </p:spPr>
      </p:sp>
      <p:pic>
        <p:nvPicPr>
          <p:cNvPr id="41" name="Image 7" descr="/tmp/ccdeck/icons/package_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4100" y="4562856"/>
            <a:ext cx="384048" cy="38404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997696" y="521208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inventory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8997696" y="56692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levels, low-stock alerts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REPORT · Cam Cow Co., Ltd.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0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Fattening Proposal Calculator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screen in the app that talks back.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05840" cy="100584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6" name="Image 0" descr="/tmp/ccdeck/icons/slid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2527402"/>
            <a:ext cx="523037" cy="5230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86000"/>
            <a:ext cx="9509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report is a fixed, live view. This one is a scratchpad: adjust herd size, growth rate, purchase and selling prices, or feed costs right on the screen, and the projected profit, cost breakdown, and per-head economics recalculate instantly.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397764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0E2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you change here is ever saved — not to the server, not even on your phone.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47091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a private way to talk through “what if selling prices dropped 10%?” on the spot. Close the screen and your edits are gone — the company’s actual saved plan is always untouched.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REPORT · Cam Cow Co., Ltd.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6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Security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by design — there is no path from this app back into your data.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0F7A3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594360" cy="594360"/>
          </a:xfrm>
          <a:prstGeom prst="ellipse">
            <a:avLst/>
          </a:prstGeom>
          <a:solidFill>
            <a:srgbClr val="118F45"/>
          </a:solidFill>
          <a:ln/>
        </p:spPr>
      </p:sp>
      <p:pic>
        <p:nvPicPr>
          <p:cNvPr id="6" name="Image 0" descr="/tmp/ccdeck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3591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219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read-only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9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only displays data. Weigh-ins, sales, and treatments are still entered by operations staff in the main system.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0F7A3D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240280"/>
            <a:ext cx="594360" cy="594360"/>
          </a:xfrm>
          <a:prstGeom prst="ellipse">
            <a:avLst/>
          </a:prstGeom>
          <a:solidFill>
            <a:srgbClr val="118F45"/>
          </a:solidFill>
          <a:ln/>
        </p:spPr>
      </p:sp>
      <p:pic>
        <p:nvPicPr>
          <p:cNvPr id="11" name="Image 1" descr="/tmp/ccdeck/icon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35915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219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credentials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46520" y="288036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9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and passwords are hashed with bcrypt — never stored, logged, or transmitted as plain text.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2062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0F7A3D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4805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tmp/ccdeck/icons/key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59943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46227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sessions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51206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9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sign-in issues a signed session token (JWT); nothing about who you are is guessable or reusable by someone else.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42062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0F7A3D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4805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tmp/ccdeck/icons/eye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59943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46227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by role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46520" y="51206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9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staff and veterinarians see only their own farm; only admin-level accounts can switch between farms.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REPORT · Cam Cow Co., Ltd.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between a new manager and their first live report.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685800" cy="685800"/>
          </a:xfrm>
          <a:prstGeom prst="ellipse">
            <a:avLst/>
          </a:prstGeom>
          <a:solidFill>
            <a:srgbClr val="118F4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PIN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administrator creates your account and sets your 6-digit PIN from the web app’s Settings page.</a:t>
            </a:r>
            <a:endParaRPr lang="en-US" sz="1250" dirty="0"/>
          </a:p>
        </p:txBody>
      </p:sp>
      <p:pic>
        <p:nvPicPr>
          <p:cNvPr id="8" name="Image 0" descr="/tmp/ccdeck/icons/arrowrigh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5928" y="2350008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959352" y="2304288"/>
            <a:ext cx="365760" cy="365760"/>
          </a:xfrm>
          <a:prstGeom prst="ellipse">
            <a:avLst/>
          </a:prstGeom>
          <a:solidFill>
            <a:srgbClr val="E4F3EA"/>
          </a:solidFill>
          <a:ln/>
        </p:spPr>
      </p:sp>
      <p:pic>
        <p:nvPicPr>
          <p:cNvPr id="10" name="Image 1" descr="/tmp/ccdeck/icon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48" y="2386584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97680" y="2148840"/>
            <a:ext cx="685800" cy="685800"/>
          </a:xfrm>
          <a:prstGeom prst="ellipse">
            <a:avLst/>
          </a:prstGeom>
          <a:solidFill>
            <a:srgbClr val="118F45"/>
          </a:solidFill>
          <a:ln/>
        </p:spPr>
      </p:sp>
      <p:sp>
        <p:nvSpPr>
          <p:cNvPr id="12" name="Text 8"/>
          <p:cNvSpPr/>
          <p:nvPr/>
        </p:nvSpPr>
        <p:spPr>
          <a:xfrm>
            <a:off x="4297680" y="2148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297680" y="30175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app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297680" y="3429000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REPORT is distributed as an Android app — ask your administrator for the current install file.</a:t>
            </a:r>
            <a:endParaRPr lang="en-US" sz="1250" dirty="0"/>
          </a:p>
        </p:txBody>
      </p:sp>
      <p:pic>
        <p:nvPicPr>
          <p:cNvPr id="15" name="Image 2" descr="/tmp/ccdeck/icons/arrowrigh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2350008"/>
            <a:ext cx="274320" cy="2743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708392" y="2304288"/>
            <a:ext cx="365760" cy="365760"/>
          </a:xfrm>
          <a:prstGeom prst="ellipse">
            <a:avLst/>
          </a:prstGeom>
          <a:solidFill>
            <a:srgbClr val="E4F3EA"/>
          </a:solidFill>
          <a:ln/>
        </p:spPr>
      </p:sp>
      <p:pic>
        <p:nvPicPr>
          <p:cNvPr id="17" name="Image 3" descr="/tmp/ccdeck/icons/arrowrigh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688" y="2386584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046720" y="2148840"/>
            <a:ext cx="685800" cy="685800"/>
          </a:xfrm>
          <a:prstGeom prst="ellipse">
            <a:avLst/>
          </a:prstGeom>
          <a:solidFill>
            <a:srgbClr val="118F45"/>
          </a:solidFill>
          <a:ln/>
        </p:spPr>
      </p:sp>
      <p:sp>
        <p:nvSpPr>
          <p:cNvPr id="19" name="Text 13"/>
          <p:cNvSpPr/>
          <p:nvPr/>
        </p:nvSpPr>
        <p:spPr>
          <a:xfrm>
            <a:off x="8046720" y="2148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4"/>
          <p:cNvSpPr/>
          <p:nvPr/>
        </p:nvSpPr>
        <p:spPr>
          <a:xfrm>
            <a:off x="8046720" y="30175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and go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046720" y="3429000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app, enter your PIN, and your farm’s live figures are one tap away.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548640" y="45720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4F3EA"/>
          </a:solidFill>
          <a:ln w="12700">
            <a:solidFill>
              <a:srgbClr val="BFE0CC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914400" y="47091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about access, a lost PIN, or a number that looks wrong — talk to your system administrator or the operations team who entered the record.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REPORT · Cam Cow Co., Ltd.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6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0116" y="146304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/mnt/user-data/uploads/LiveStock_Mgt/mobile-app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1634" y="1724558"/>
            <a:ext cx="665683" cy="6656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88036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numbers. Anywhere. Anytime.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9D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REPORT · Cam Cow Co., Ltd.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2026-09-07T06:48:23Z</dcterms:created>
  <dcterms:modified xsi:type="dcterms:W3CDTF">2026-09-07T06:48:23Z</dcterms:modified>
</cp:coreProperties>
</file>